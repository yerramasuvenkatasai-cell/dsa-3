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Execution time (ms) vs text length n  (m = n / 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Z-Algorithm</c:v>
                </c:pt>
              </c:strCache>
            </c:strRef>
          </c:tx>
          <c:spPr>
            <a:solidFill>
              <a:srgbClr val="2E7D32"/>
            </a:solidFill>
            <a:ln w="381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20,000</c:v>
                  </c:pt>
                  <c:pt idx="1">
                    <c:v>40,000</c:v>
                  </c:pt>
                  <c:pt idx="2">
                    <c:v>80,000</c:v>
                  </c:pt>
                  <c:pt idx="3">
                    <c:v>160,000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0.204</c:v>
                </c:pt>
                <c:pt idx="1">
                  <c:v>0.345</c:v>
                </c:pt>
                <c:pt idx="2">
                  <c:v>0.644</c:v>
                </c:pt>
                <c:pt idx="3">
                  <c:v>1.323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</c:v>
                </c:pt>
              </c:strCache>
            </c:strRef>
          </c:tx>
          <c:spPr>
            <a:solidFill>
              <a:srgbClr val="C00000"/>
            </a:solidFill>
            <a:ln w="3810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20,000</c:v>
                  </c:pt>
                  <c:pt idx="1">
                    <c:v>40,000</c:v>
                  </c:pt>
                  <c:pt idx="2">
                    <c:v>80,000</c:v>
                  </c:pt>
                  <c:pt idx="3">
                    <c:v>160,000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18.562</c:v>
                </c:pt>
                <c:pt idx="1">
                  <c:v>69.4</c:v>
                </c:pt>
                <c:pt idx="2">
                  <c:v>274.413</c:v>
                </c:pt>
                <c:pt idx="3">
                  <c:v>988.265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03120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92024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-3 (25CS2103E)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 Using the Z-Algorithm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03  |  Section 05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Medikonda (2520030035)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 (2520030448)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Venkat Sai (2520030278)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200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Swathi 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0" y="201168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474720" y="201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22960" y="11704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097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54880" y="11704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097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22960" y="29992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 and Working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754880" y="29992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22960" y="39136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4754880" y="391363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5488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51206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position where a pattern occurs inside a larger text.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Z-Algorithm: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Z-array over pattern + delimiter + text to detect all matches without repeating comparisons.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alongside the Naive method to compare execution time for different input sizes.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Data Structures - string algorithms / pattern matching.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and Ctrl+F, plagiarism detection, DNA sequence analysis, text editors.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with a Swing desktop interface and a console benchmark.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0515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143000"/>
            <a:ext cx="2743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m)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661465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Z-Algorithm time, guaranteed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377440"/>
            <a:ext cx="2743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m)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895905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method, worst case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35204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3611880"/>
            <a:ext cx="2743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130345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 validated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 large text character by character becomes slow.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pattern occurs many times, the application must report every starting position.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approach checks the pattern at every position, repeating many comparisons.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string matching application around the Z-Algorithm, which pre-processes the input to avoid repeated comparisons.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takes a text and a pattern, finds every occurrence, and shows the results in a desktop interface.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577840" y="118872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44184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44184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73368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3368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02552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02552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31736" y="1600200"/>
            <a:ext cx="3017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31736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60920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60920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690104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90104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19288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19288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348472" y="1600200"/>
            <a:ext cx="301752" cy="365760"/>
          </a:xfrm>
          <a:prstGeom prst="rect">
            <a:avLst/>
          </a:prstGeom>
          <a:solidFill>
            <a:srgbClr val="FFD700"/>
          </a:solidFill>
          <a:ln w="9525">
            <a:solidFill>
              <a:srgbClr val="B0B0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48472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71500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abab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at positions 0 and 5 (0-based). Every occurrence must be found.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5778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letters mark the two matches.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simple (Naive) string matching.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pattern at every position of the text.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time is O(n × m).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drops sharply for large, repetitive text.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Z-Algorithm for pattern searching.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Z-array avoids repeated comparisons.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O(n + 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matching positions and compares time with the Naive method.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interface and console benchmark.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201168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2011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058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a word or pattern in a large text is time-consuming with a basic character-by-character method. Build an efficient application, based on the Z-Algorithm, that accepts a text and a pattern and returns every occurrence.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2860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Z-Algorithm to find all occurrences of a pattern.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9260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Z-array to eliminate repeated character comparisons.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5661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of the Z-Algorithm with the Naive algorithm.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2062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interactive interface to enter text/pattern and view results.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51760" y="201168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651760" y="2011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Z-Algorithm Works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Z-array: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Z[i] = length of the longest substring starting at i that equals a prefix of the string.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pattern + "#" + text. The "#" keeps every Z-value at most m.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Z[i] = m means the pattern starts at text position i - (m + 1).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Z-box [l, r):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earlier Z-values inside the box, so each character is matched successfully only once. Total time O(n + m).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0896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67512"/>
                <a:gridCol w="667512"/>
                <a:gridCol w="667512"/>
                <a:gridCol w="667512"/>
                <a:gridCol w="667512"/>
                <a:gridCol w="667512"/>
                <a:gridCol w="667512"/>
                <a:gridCol w="667512"/>
                <a:gridCol w="667512"/>
                <a:gridCol w="6675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pattern "aab", text "baabaa". Z[5] = 3 = m, so the pattern occurs at text position 5 - 4 = 1.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11480" y="155448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1554480"/>
            <a:ext cx="1234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pattern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StringMatcherApp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28800" y="155448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A52A2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28800" y="1554480"/>
            <a:ext cx="1234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+ # + text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combine()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46120" y="155448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46120" y="1554480"/>
            <a:ext cx="1234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Z-array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Z-box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buildZArray()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663440" y="155448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A52A2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1554480"/>
            <a:ext cx="1234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matches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Z[i] = m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89788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080760" y="155448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80760" y="1554480"/>
            <a:ext cx="1234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both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vs Naive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NaiveMatcher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498080" y="155448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A52A2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1554480"/>
            <a:ext cx="1234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+ chart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StringMatcherApp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class that implements each step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Application</a:t>
            </a:r>
            <a:endParaRPr lang="en-US" sz="2200" dirty="0"/>
          </a:p>
        </p:txBody>
      </p:sp>
      <p:pic>
        <p:nvPicPr>
          <p:cNvPr id="5" name="Image 1" descr="gui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257800" cy="33284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43434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"abab": 7 matches highlighted, positions listed, Z vs Naive time shown.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051560"/>
            <a:ext cx="2926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text or load a .txt file.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every occurrence.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positions with line and column.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Z vs Naive time.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both methods agree.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demo button.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0" y="20116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560320" y="201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1,000 Test Records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645920"/>
                <a:gridCol w="128016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text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55,601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351,332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9260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301752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/ 1,000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668573"/>
            <a:ext cx="23774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Z output identical to Naive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00400" y="29260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83280" y="2971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random text over a 4-letter alphabet the Naive method rarely matches more than a few characters, so it runs almost linearly and is slightly faster. The Z-Algorithm advantage is its guaranteed O(n + m) bound, shown next.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20116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0" y="2011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Worst Case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126480" y="1051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26480" y="114300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747x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18470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at n = 160,000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26480" y="2606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= "aaa...a", pattern = "aa...ab". Naive time grows about 4x when n doubles (O(n × m)); Z time only doubles (O(n + m)).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4560" y="201168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194560" y="2011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11 or later; tested on 21) - core language.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- graphical interface, no external libraries.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with Extension Pack for Java - development.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- version control.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PC / laptop with a multi-core processor.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RAM (8 GB recommended for larger tests).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for GitHub access.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5303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Z-Algorithm provides efficient pattern searching with guaranteed O(n + m) time.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1,000 records: identical results to the Naive method.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tests show the Naive method degrading to O(n × m) while Z stays linear.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document search, keyword identification and plagiarism-related pattern detection.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Swing interface makes the tool easy to demonstrate and extend.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648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18872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747x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8928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worst-case input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2697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278892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493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agreement with Naive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234440" cy="529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2011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C00000"/>
          </a:solidFill>
          <a:ln w="9525">
            <a:solidFill>
              <a:srgbClr val="1F2A5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017520" y="201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09728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005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(fuzzy) string matching for near-matches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737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multiple documents or files at once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46888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256032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4688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KMP, Boyer-Moore and Rabin-Karp for a broader comparison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2004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plagiarism-detection module built on this engine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BEFEF"/>
          </a:solidFill>
          <a:ln w="9525">
            <a:solidFill>
              <a:srgbClr val="E8CFC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402336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931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version (e.g. Spring Boot) or runnable JAR for wider access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03120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92024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Matching Using the Z-Algorithm</dc:title>
  <dc:subject>PptxGenJS Presentation</dc:subject>
  <dc:creator>PptxGenJS</dc:creator>
  <cp:lastModifiedBy>PptxGenJS</cp:lastModifiedBy>
  <cp:revision>1</cp:revision>
  <dcterms:created xsi:type="dcterms:W3CDTF">2026-09-28T08:13:25Z</dcterms:created>
  <dcterms:modified xsi:type="dcterms:W3CDTF">2026-09-28T08:13:25Z</dcterms:modified>
</cp:coreProperties>
</file>